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274320"/>
            <a:ext cx="2011680" cy="2011680"/>
          </a:xfrm>
          <a:prstGeom prst="ellipse">
            <a:avLst/>
          </a:prstGeom>
          <a:solidFill>
            <a:srgbClr val="FF6B4A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BUGLENS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822960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3375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Jira Defect Intelligence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bug history in plain English. Verify every answer. Gate every release.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Shailja Tyagi  ·  Capgemini AI 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teams re-discover the same bugs, over and over.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F5F7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3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30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doesn't scale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53288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manually search years of Jira tickets to check “has this happened before” — slow, and inconsistent across team members.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472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F5F7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3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429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alone misleads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831336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that sounds similar in wording isn’t always the same root cause — semantic search on its own produces false positives.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7457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F5F7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3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727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risk is assessed by memory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2978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decisions depend on someone remembering which open bugs actually block shipping — there’s no systematic check.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608990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3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6181344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debugging effort, and release risk that’s assessed by memory — not data.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assistant that answers with evidence, not guesses.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5420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bug history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English, get an answer citing real, verified Jira tickets with clickable links back to the source.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228600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25603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5420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154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retrieved bug is checked by a second AI pass before being trusted — false positives are caught and shown, not hidden.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🚦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736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readiness gate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GO/NO-GO decision based on open High/Blocker bugs, with an AI-written explanation of the verdict.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448056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4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47548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736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inside your tools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available via a standalone UI, or directly inside GitHub Copilot and any MCP-compatible AI assistant.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pipelines, one shared knowledge base.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487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237744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270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1840" y="23774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487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816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(ChromaDB) + BM25 keyword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237744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270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35040" y="23774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2487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Verification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816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independent check per bug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37744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27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78240" y="23774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3EF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15400" y="2487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816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only verified bugs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PATH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9044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Bugs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971800" y="379476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270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91840" y="379476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39044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42336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+ High/Blocker priority?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715000" y="379476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270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035040" y="379476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1FA97F"/>
          </a:solidFill>
          <a:ln w="12700">
            <a:solidFill>
              <a:srgbClr val="1FA97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39044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42336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in plain code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458200" y="379476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270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778240" y="379476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15400" y="39044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915400" y="42336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up the verdict, doesn’t make it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4F5F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3492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</a:t>
            </a:r>
            <a:pPr indent="0" marL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retrieval and reasoning runs on a local Ollama stack — no bug data ever leaves the machine.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entirely on a local, production-realistic stack.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313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3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llama3.1 + nomic-embed-text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926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+ embeddings — no bug data ever leaves the machine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96512" y="214884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52544" y="2313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352544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3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 vector store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352544" y="2926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Cosine-similarity search over embedded Jira tickets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44384" y="214884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00416" y="2313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900416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3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rank_bm25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00416" y="2926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scoring that catches rare terms vector search dilutes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187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3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interactive UI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800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tab + release readiness tab, running locally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96512" y="402336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52544" y="4187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352544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3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Context Protocol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352544" y="4800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same engine as tools inside Copilot / any AI assistant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44384" y="402336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00416" y="4187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Cloud API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900416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3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+ custom fields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900416" y="4800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defect data — including custom dropdowns this project type lacks natively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search alone buried the right answer at #2.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“checkout broken for European customers”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44952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vector search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ranked the correct bug (Visa cards issued in Europe) at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#2, similarity 0.645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13632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840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scoring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catches the word “European” — a rare, high-signal term that vector embeddings dilute when surrounded by common words like “checkout”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709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hybrid scoring: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bug moved to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A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#1, similarity 0.752</a:t>
            </a:r>
            <a:endParaRPr lang="en-US" sz="1300" dirty="0"/>
          </a:p>
        </p:txBody>
      </p:sp>
      <p:pic>
        <p:nvPicPr>
          <p:cNvPr id="12" name="Image 0" descr="images/slide5_terminal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2148840"/>
            <a:ext cx="6035040" cy="177393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23560" y="2148840"/>
            <a:ext cx="6035040" cy="1773936"/>
          </a:xfrm>
          <a:prstGeom prst="roundRect">
            <a:avLst>
              <a:gd name="adj" fmla="val 2577"/>
            </a:avLst>
          </a:prstGeom>
          <a:ln w="12700">
            <a:solidFill>
              <a:srgbClr val="E3E5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23560" y="401421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terminal output — same query, before and after hybrid scoring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finds candidates. A second AI pass decides what’s true.</a:t>
            </a:r>
            <a:endParaRPr lang="en-US" sz="2600" dirty="0"/>
          </a:p>
        </p:txBody>
      </p:sp>
      <p:pic>
        <p:nvPicPr>
          <p:cNvPr id="4" name="Image 0" descr="images/slide6_verification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10332720" cy="39119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965960"/>
            <a:ext cx="10332720" cy="3911919"/>
          </a:xfrm>
          <a:prstGeom prst="roundRect">
            <a:avLst>
              <a:gd name="adj" fmla="val 1169"/>
            </a:avLst>
          </a:prstGeom>
          <a:ln w="12700">
            <a:solidFill>
              <a:srgbClr val="E3E5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601503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verdicts: </a:t>
            </a:r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Match (same root cause)   🟡 Related (same feature, different issue)   🔴 Not relevant</a:t>
            </a:r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answer only cites verified bugs; rejected ones stay visible below.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nothing is actually relevant, BugLens says so.</a:t>
            </a:r>
            <a:endParaRPr lang="en-US" sz="2800" dirty="0"/>
          </a:p>
        </p:txBody>
      </p:sp>
      <p:pic>
        <p:nvPicPr>
          <p:cNvPr id="4" name="Image 0" descr="images/slide7_bluetooth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10332720" cy="27196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965960"/>
            <a:ext cx="10332720" cy="2719682"/>
          </a:xfrm>
          <a:prstGeom prst="roundRect">
            <a:avLst>
              <a:gd name="adj" fmla="val 1681"/>
            </a:avLst>
          </a:prstGeom>
          <a:ln w="12700">
            <a:solidFill>
              <a:srgbClr val="E3E5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95996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we have any Bluetooth pairing bugs?” — no such bug exists.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candidates score 0.46–0.51 similarity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enough that a naive system would force an answer)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one is correctly rejected.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GO/NO-GO call is a fixed rule in code — not an AI guess.</a:t>
            </a:r>
            <a:endParaRPr lang="en-US" sz="2500" dirty="0"/>
          </a:p>
        </p:txBody>
      </p:sp>
      <p:pic>
        <p:nvPicPr>
          <p:cNvPr id="4" name="Image 0" descr="images/slide8_release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10332720" cy="53938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74520"/>
            <a:ext cx="10332720" cy="5393894"/>
          </a:xfrm>
          <a:prstGeom prst="roundRect">
            <a:avLst>
              <a:gd name="adj" fmla="val 848"/>
            </a:avLst>
          </a:prstGeom>
          <a:ln w="12700">
            <a:solidFill>
              <a:srgbClr val="E3E5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737814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 if any bug tagged to this release is open AND High/Blocker priority.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v2.5.0 example: 6 of 10 open bugs correctly flagged as blocking — each marked individually in the table above.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catch the AI’s own mistakes.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7744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860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detection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6060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AI’s own reasoning says “related to X” but labels a bug “Match,” the label is automatically corrected to reflect what the reasoning actually says.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6118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520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validation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8404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stripped of any bug ID it cites that isn’t in the actual retrieved context — preventing fabricated references from ever reaching the screen.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8463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7548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enforcement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0749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AI-generated fields (the relevance flag and the displayed badge) disagree with each other, the system always defaults to the more conservative reading.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89788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3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89788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theoretical: </a:t>
            </a:r>
            <a:pPr indent="0" marL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guardrail exists because it was built after observing the AI actually make that exact mistake once, live, during testing.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like production, not like a demo.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7744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860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regression suite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6060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 change re-runs a fixed set of real queries and grades each answer against specific rules: fabricated citations, dropped citations, contradictory badges, wrong arithmetic — not just “did it crash.”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6118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520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catch, not a hypothetical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84048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produced a GO recommendation that had swapped its own bug-count numbers ('3 low / 4 medium' became '4 low / 3 medium') while also dropping a bug ID — confidently wrong, and invisible without automated grading.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8463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7548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have their own tests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07492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cover the guardrail functions themselves (contradiction detection, citation stripping) against known bad inputs — the safety net has its own safety net.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89788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3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89788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</a:t>
            </a:r>
            <a:pPr indent="0" marL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an AI system's output isn't assumed — it's checked, automatically, every time the system changes.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inside the tools you already use.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as three MCP tools: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63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search_bugs, check_release, list_releases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953512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live in GitHub Copilot Chat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inside VS Code — no separate UI required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730752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657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transparency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clickable Jira links and verification detail, right inside the chat</a:t>
            </a:r>
            <a:endParaRPr lang="en-US" sz="1350" dirty="0"/>
          </a:p>
        </p:txBody>
      </p:sp>
      <p:pic>
        <p:nvPicPr>
          <p:cNvPr id="10" name="Image 0" descr="images/slide10_mcp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874520"/>
            <a:ext cx="6035040" cy="257307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23560" y="1874520"/>
            <a:ext cx="6035040" cy="2573079"/>
          </a:xfrm>
          <a:prstGeom prst="roundRect">
            <a:avLst>
              <a:gd name="adj" fmla="val 1777"/>
            </a:avLst>
          </a:prstGeom>
          <a:ln w="12700">
            <a:solidFill>
              <a:srgbClr val="E3E5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23560" y="4539039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Chat calling search_bugs via MCP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MCP ACTUALLY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AI models, working together.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1F24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Copilot's Cloud LLM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message, decides WHEN to call a BugLens tool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37744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270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51960" y="237744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F6B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Local LLM (Ollama)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actual retrieval, verification, and grounded reasoning — entirely on your machine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237744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270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55280" y="237744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1F24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8388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Copilot Chat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 the verified result — Copilot never touches your Jira data directly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3484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Copilot might rephrase your question before calling the tool, the actual fact-finding, verification, and citation grounding always happens locally, in BugLens — Copilot is just the interface, not the source of truth.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37560" cy="3108960"/>
          </a:xfrm>
          <a:prstGeom prst="roundRect">
            <a:avLst>
              <a:gd name="adj" fmla="val 2941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56032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Per-component risk scoring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a binary release gate toward continuous risk signals — severity distribution and defect trends per component.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78808" y="2286000"/>
            <a:ext cx="3337560" cy="3108960"/>
          </a:xfrm>
          <a:prstGeom prst="roundRect">
            <a:avLst>
              <a:gd name="adj" fmla="val 2941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53128" y="256032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5312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53128" y="32004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Multi-project support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40233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broader JQL plus a project/module filter at query time — no re-architecture of ingest or search needed.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08976" y="2286000"/>
            <a:ext cx="3337560" cy="3108960"/>
          </a:xfrm>
          <a:prstGeom prst="roundRect">
            <a:avLst>
              <a:gd name="adj" fmla="val 2941"/>
            </a:avLst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083296" y="256032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83296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083296" y="32004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tuning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83296" y="40233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vector/keyword weighting as the corpus grows well beyond today’s 60-bug dataset.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5120640"/>
            <a:ext cx="2011680" cy="2011680"/>
          </a:xfrm>
          <a:prstGeom prst="ellipse">
            <a:avLst/>
          </a:prstGeom>
          <a:solidFill>
            <a:srgbClr val="FF6B4A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560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822960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including the hard ones.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—  Shailja Tyagi  —  Capgemini AI Hackathon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2026-08-30T14:43:56Z</dcterms:created>
  <dcterms:modified xsi:type="dcterms:W3CDTF">2026-08-30T14:43:56Z</dcterms:modified>
</cp:coreProperties>
</file>